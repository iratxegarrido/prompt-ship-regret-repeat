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334500" cy="5257800"/>
  <p:notesSz cx="5257800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 to the orbit. It's easier to course correct if you are going slower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HW, OS, App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Prompt, Ship, Regret, Repeat - Slidev</dc:title>
  <dc:subject>PptxGenJS Presentation</dc:subject>
  <dc:creator>Iratxe Garrido</dc:creator>
  <cp:lastModifiedBy>Iratxe Garrido</cp:lastModifiedBy>
  <cp:revision>1</cp:revision>
  <dcterms:created xsi:type="dcterms:W3CDTF">2026-06-05T15:30:23Z</dcterms:created>
  <dcterms:modified xsi:type="dcterms:W3CDTF">2026-06-05T15:30:23Z</dcterms:modified>
</cp:coreProperties>
</file>